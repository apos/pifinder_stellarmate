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Fi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61851" y="0"/>
            <a:ext cx="13353546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778240" cy="6858000"/>
          </a:xfrm>
          <a:prstGeom prst="rect">
            <a:avLst/>
          </a:prstGeom>
          <a:solidFill>
            <a:srgbClr val="0B1026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B102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4EA8DE"/>
                </a:solidFill>
                <a:latin typeface="Calibri"/>
              </a:rPr>
              <a:t>PiFinder </a:t>
            </a:r>
            <a:r>
              <a:rPr sz="1800" b="1" i="0">
                <a:solidFill>
                  <a:srgbClr val="EAEFF8"/>
                </a:solidFill>
                <a:latin typeface="Calibri"/>
              </a:rPr>
              <a:t>on </a:t>
            </a:r>
            <a:r>
              <a:rPr sz="1800" b="1" i="0">
                <a:solidFill>
                  <a:srgbClr val="FFB703"/>
                </a:solidFill>
                <a:latin typeface="Calibri"/>
              </a:rPr>
              <a:t>StellarMate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6583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 i="0">
                <a:solidFill>
                  <a:srgbClr val="FFFFFF"/>
                </a:solidFill>
                <a:latin typeface="Calibri"/>
              </a:rPr>
              <a:t>Plate-solving push-to,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 i="0">
                <a:solidFill>
                  <a:srgbClr val="FFFFFF"/>
                </a:solidFill>
                <a:latin typeface="Calibri"/>
              </a:rPr>
              <a:t>on a full imaging rig.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EAEFF8"/>
                </a:solidFill>
                <a:latin typeface="Calibri"/>
              </a:rPr>
              <a:t>One Raspberry Pi. PiFinder answers “where am I pointing”; StellarMate drives the rest — over INDI.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2CBDB"/>
                </a:solidFill>
                <a:latin typeface="Calibri"/>
              </a:rPr>
              <a:t>Community project — not affiliated with PiFinder or StellarMate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this deck covers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011680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3911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Project summary &amp; focus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44368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PFSM Control Center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770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90448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809744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837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Simulator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Then two takeaways —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PiFinder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where to send PRs.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StellarMate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how the SMOS app could drive PFSM.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Two problems, one telescope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19456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0B1026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86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Where am I
pointing?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A Dobson or push-to EQ has no encoders — the software has no idea where the tube looks.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2194560"/>
            <a:ext cx="457200" cy="457200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86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Drive the
whole 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38328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Camera, mount, guiding, focus — all need one coordinated control layer: INDI, KStars/Ekos, an 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Each project owns one half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4EA8DE"/>
                </a:solidFill>
                <a:latin typeface="Calibri"/>
              </a:rPr>
              <a:t>PiFinder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Global-shutter camera + plate-solver.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Live sky position + push-to arrows.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Python, open hardware &amp;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B703"/>
                </a:solidFill>
                <a:latin typeface="Calibri"/>
              </a:rPr>
              <a:t>StellarMate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880360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INDI — the device-driver standard.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KStars / Ekos — capture &amp; automation.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The StellarMate phone/tablet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60513" y="502084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68693" y="50084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2826" y="32026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1233" y="606840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67960" y="58547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7362" y="39158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0950" y="282429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57591" y="517845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17311" y="61073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5573" y="9713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24868" y="1721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9354" y="12291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4918" y="646722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78198" y="42567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51124" y="46841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7939" y="25151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89352" y="18740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8569" y="410784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39664" y="479627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31044" y="552602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6656" y="13536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34966" y="5124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49376" y="24917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477" y="53233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22447" y="56755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4024" y="132827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55572" y="17573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1287" y="247300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27157" y="318441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056100" y="53858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73712" y="63640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621734" y="351379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78349" y="23753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633846" y="21942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69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3 /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PFSM is the wiring. INDI is the connector.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50976" y="2688336"/>
            <a:ext cx="164592" cy="164592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43584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PiFinder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exposes its solved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position as 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INDI telescope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53712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64608" y="2688336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57216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Mount Bridge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couples that 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any INDI mount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(optional)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24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503920" y="2688336"/>
            <a:ext cx="164592" cy="164592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528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Your rig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KStars / Ekos, the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mount, the app 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unchanged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4261104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ight Arrow 51"/>
          <p:cNvSpPr/>
          <p:nvPr/>
        </p:nvSpPr>
        <p:spPr>
          <a:xfrm>
            <a:off x="7900416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9AA6C2"/>
                </a:solidFill>
                <a:latin typeface="Calibri"/>
              </a:rPr>
              <a:t>PiFinder is patched in place, never forked. The mount side is generic INDI.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6C2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804867" y="314128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37281" y="55243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7167" y="41054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35035" y="31733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30902" y="9185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1823" y="39770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2229" y="64693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58272" y="358322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25939" y="58052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53369" y="28696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59946" y="55816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2901" y="14708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409732" y="42081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77012" y="48245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7784" y="361496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36313" y="48009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858" y="56200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44127" y="18008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72097" y="242873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74306" y="73004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95129" y="9550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67528" y="7645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14326" y="375776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35541" y="2648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1019" y="5071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41197" y="526422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845741" y="588246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93172" y="1702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66848" y="268015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3124" y="454826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26250" y="23149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69858" y="3692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00525" y="57265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67163" y="3139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095940" y="13347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48438" y="40670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60277" y="58736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66982" y="241221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51208" y="506414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45868" y="266548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78035" y="29598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30166" y="54825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70401" y="503400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73121" y="18944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Project summary &amp; focus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setup script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installs &amp; patches PiFinder onto StellarMate OS.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diffs/*.diff patches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applied to a stock checkout via patch(1).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Three INDI drivers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LX200, Mount Bridge, Simulator.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web Control Center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stdlib-only, port 8765.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PiFinder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patches re-applied every update, kept minimal.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StellarMate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stock INDI, Web Manager, KStars.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replacement for the INDI Control Panel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it stays for advanced work.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PiFinder-version-specific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talks only to the stable /api/*.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KEY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INDI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1B2A4A"/>
                </a:solidFill>
                <a:latin typeface="Calibri"/>
              </a:rPr>
              <a:t>Both sides already speak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PiFinder exposes its position as an INDI telescope.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The Mount Bridge couples that to any INDI mount — no per-mount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TESTED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Versions &amp;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2.6.3   ·   StellarMate OS 2.3.0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4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5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UTM x86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install + Control Center + Mount Bridge vs. the Simulator (no real solving).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Pinned to a fixed release tag, not the upstream </a:t>
            </a:r>
            <a:r>
              <a:rPr sz="1600" b="1" i="0">
                <a:solidFill>
                  <a:srgbClr val="182030"/>
                </a:solidFill>
                <a:latin typeface="Calibri"/>
              </a:rPr>
              <a:t>release</a:t>
            </a:r>
            <a:r>
              <a:rPr sz="1600" b="0" i="0">
                <a:solidFill>
                  <a:srgbClr val="5C677B"/>
                </a:solidFill>
                <a:latin typeface="Calibri"/>
              </a:rPr>
              <a:t> branch. The README table is the single source of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69055" y="31609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5554" y="16359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34581" y="384167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8431" y="168718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16673" y="566064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0169" y="216615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68999" y="353675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8667" y="427525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21843" y="42345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69182" y="1321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28792" y="4519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56696" y="25274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4388" y="65090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53221" y="432436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54398" y="61557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17629" y="313933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8036" y="53767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40497" y="18931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1787" y="4560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63622" y="289215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12242" y="67036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8300" y="274824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75063" y="25345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322713" y="28868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95172" y="370049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61584" y="412103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53178" y="39453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64578" y="51949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47655" y="24760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38122" y="11479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22711" y="32190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59751" y="16413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12606" y="538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501331" y="29938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48349" y="6462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28537" y="9960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97025" y="7767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81698" y="2028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74189" y="9258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96386" y="65874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38400" y="45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816528" y="591133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63318" y="16469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57606" y="45512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TWO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PFSM Control Center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Install, mode-switching, hardware checks and the Mount Bridge — one web page, no SSH.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a Control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943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Watch an install from a phone at the 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Switch Fake Mode ⟷ the real service.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Check camera / IMU / GPS are really detected.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Reboot the Pi without SSH.</a:t>
            </a:r>
          </a:p>
        </p:txBody>
      </p:sp>
      <p:pic>
        <p:nvPicPr>
          <p:cNvPr id="7" name="Picture 6" descr="cc_ful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225456"/>
            <a:ext cx="5074920" cy="6407086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Stdlib only — by necessity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943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It bootstraps the very venv that PiFinder needs, so it can’t depend on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943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http.server on :8765, polled every 1–2 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HTTP Basic auth against the system account (PAM).</a:t>
            </a:r>
          </a:p>
        </p:txBody>
      </p:sp>
      <p:pic>
        <p:nvPicPr>
          <p:cNvPr id="8" name="Picture 7" descr="cc_ful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225456"/>
            <a:ext cx="5074920" cy="6407086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STATUS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Traffic-light badges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12848"/>
            <a:ext cx="310896" cy="310896"/>
          </a:xfrm>
          <a:prstGeom prst="ellipse">
            <a:avLst/>
          </a:prstGeom>
          <a:solidFill>
            <a:srgbClr val="C4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White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not applicable yet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79"/>
            <a:ext cx="310896" cy="31089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286207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Green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verified functional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9312"/>
            <a:ext cx="310896" cy="310896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357530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Yellow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degraded / estimate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352544"/>
            <a:ext cx="310896" cy="310896"/>
          </a:xfrm>
          <a:prstGeom prst="ellipse">
            <a:avLst/>
          </a:prstGeom>
          <a:solidFill>
            <a:srgbClr val="C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428853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Red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broken or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5C677B"/>
                </a:solidFill>
                <a:latin typeface="Calibri"/>
              </a:rPr>
              <a:t>The rule: verify real state, never “the process is alive”.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OPERATING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Coupling, without the INDI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41148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Quick Actions — one-shots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Coupling presets — one click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Settings — set once, hidden</a:t>
            </a:r>
          </a:p>
        </p:txBody>
      </p:sp>
      <p:pic>
        <p:nvPicPr>
          <p:cNvPr id="7" name="Picture 6" descr="cc_mount_bridge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927" y="685800"/>
            <a:ext cx="7073727" cy="5486400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13964" y="14337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40832" y="233950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52580" y="460390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524083" y="23717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55919" y="108227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29540" y="55131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35393" y="50102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5885" y="134275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2537" y="585036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4796" y="42973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46056" y="4835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3057" y="176456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7567" y="408141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54077" y="66530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94828" y="140051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55365" y="135569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95049" y="41762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61658" y="487286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5773" y="13767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84423" y="62283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05931" y="37887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97269" y="5194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22269" y="18876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53087" y="63899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8589" y="653961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10040" y="62303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17442" y="126243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13232" y="92350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29252" y="60276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52125" y="56406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04001" y="525223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16136" y="36963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78912" y="48182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511999" y="215851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115062" y="35004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808881" y="43019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66781" y="81198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77704" y="614547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49130" y="107095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155995" y="27463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303854" y="617295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18763" y="602152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367987" y="3967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45864" y="44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THREE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PiFinder as a telescope, plus a generic bridge to any INDI mount.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INDI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Three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066544"/>
            <a:ext cx="292608" cy="292608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7510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248716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INDI telescope. Reports the solved position; a GoTo becomes a push-to. 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547872"/>
            <a:ext cx="292608" cy="29260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34564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PiFinder Mount 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968496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Optional. Snoops PiFinder + the mount, couples them. Speaks only generic INDI.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029200"/>
            <a:ext cx="292608" cy="292608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Your mount’s driver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5449824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Not ours — whatever your mount already uses. Only for a motorised mount.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TELESCOPE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Talks LX200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to PiFinder’s pos_server.py on TCP 4030.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Reports the freshly solved position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every poll. A GoTo = a push-to target; nothing moves.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 Sync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PiFinder measures the truth every frame. Nothing to correct.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ONE PROPERTY, FOUR POSITIONS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The Coupling Dial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5C6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10312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No coupling. Pure push-to.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18688"/>
            <a:ext cx="274320" cy="274320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Verify / Alert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127248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Warn on drift. Never touches the mount.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42816"/>
            <a:ext cx="274320" cy="27432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4151376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Auto-correct on drift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151376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Past the threshold: Sync the mount to PiFinder.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66944"/>
            <a:ext cx="274320" cy="274320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144" y="5175504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Goto-Forward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175504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New target → real Goto, then settle &amp; refine.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Auto-correct action: Sync (any mount) or Goto/Track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WORKS WITH ANY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Generic INDI, nothing mount-specific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182030"/>
                </a:solidFill>
                <a:latin typeface="Calibri"/>
              </a:rPr>
              <a:t>Only </a:t>
            </a:r>
            <a:r>
              <a:rPr sz="2600" b="1" i="0">
                <a:solidFill>
                  <a:srgbClr val="1B2A4A"/>
                </a:solidFill>
                <a:latin typeface="Calibri"/>
              </a:rPr>
              <a:t>EQUATORIAL_EOD_COORD</a:t>
            </a:r>
            <a:r>
              <a:rPr sz="2600" b="0" i="0">
                <a:solidFill>
                  <a:srgbClr val="182030"/>
                </a:solidFill>
                <a:latin typeface="Calibri"/>
              </a:rPr>
              <a:t> + </a:t>
            </a:r>
            <a:r>
              <a:rPr sz="2600" b="1" i="0">
                <a:solidFill>
                  <a:srgbClr val="1B2A4A"/>
                </a:solidFill>
                <a:latin typeface="Calibri"/>
              </a:rPr>
              <a:t>ON_COORD_SET</a:t>
            </a:r>
            <a:r>
              <a:rPr sz="2600" b="0" i="0">
                <a:solidFill>
                  <a:srgbClr val="182030"/>
                </a:solidFill>
                <a:latin typeface="Calibri"/>
              </a:rPr>
              <a:t> — never a mount command.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Multi-Point Alignment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(#191) — automated multi-star run.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Reposition detection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adopt an unexplained move, or revert.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Shadow Sync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mirror commands onto a non-driving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77564" y="39807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94039" y="1298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50056" y="23130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50165" y="291636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95611" y="587893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84298" y="9959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5006" y="57963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13293" y="16470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21263" y="530818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2528" y="44029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58677" y="4430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53370" y="109490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28790" y="25886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8166" y="1954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65260" y="54982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13889" y="38467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34890" y="66779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9929" y="14947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99622" y="625374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96209" y="54190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44581" y="39911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08173" y="5332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13487" y="27459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05667" y="52073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30073" y="26819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0318" y="19215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56497" y="268994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57696" y="4913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73844" y="480686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1987" y="268938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1939" y="582625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3038" y="35695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41440" y="21711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50902" y="10786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35708" y="19708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614162" y="44087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529273" y="18383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91253" y="6424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43585" y="514161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26283" y="44963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921459" y="602875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85863" y="38293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82241" y="201369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64379" y="1805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FOUR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Simulator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Test the Mount Bridge with no real mount and no clear sky.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HARDWARE-FREE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A mount side and a PiFinder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8640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Mount 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4754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The stock INDI Telescope Simulator — Sync it or GoTo it like a real mount.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48640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017520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Simulator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holds a settable RA/Dec.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Truth Injector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POSTs it to /api/fake_solve every ~2 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BEHAVIOUR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Simulator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Sync == Goto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no motion to model; the RA/Dec just becomes the held value.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Inject every cycle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keeps PiFinder’s solve timestamp fresh.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FOLLOW_MOUNT_DEVICE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(#239) — optionally dead-reckon along a mount’s slews.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82030"/>
                </a:solidFill>
                <a:latin typeface="Calibri"/>
              </a:rPr>
              <a:t>Next (v3.x): </a:t>
            </a:r>
            <a:r>
              <a:rPr sz="1800" b="0" i="0">
                <a:solidFill>
                  <a:srgbClr val="5C677B"/>
                </a:solidFill>
                <a:latin typeface="Calibri"/>
              </a:rPr>
              <a:t>render a GSC star field and run PiFinder’s real solver on it — issue #344.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27928" y="169193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95779" y="48838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98368" y="6233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36783" y="551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67863" y="202785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3279" y="23622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39430" y="44309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8983" y="54514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84085" y="342647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87750" y="40009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95360" y="5107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60" y="423478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30" y="8085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16976" y="3071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6530" y="26434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05143" y="43336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4677" y="38448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62587" y="34821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07058" y="40448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315" y="14084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18306" y="63931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06047" y="29742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31629" y="151993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0856" y="33917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65423" y="291409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23740" y="17477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04866" y="446488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06271" y="30028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00198" y="8458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86118" y="348787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91607" y="31367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80561" y="9866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45055" y="28402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26712" y="2945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45337" y="47219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9962" y="461243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1871" y="57851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933630" y="53188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87097" y="14709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489561" y="19991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56631" y="651429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73984" y="57785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800633" y="6484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57228" y="31497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ONE · FOR PIFINDER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Where PFSM could send PRs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DOCS/UPSTREAM_PATCH_INVENTORY.MD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Patches that aren’t PFSM-specific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155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Test Mode toggle + status readback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a reliable API trigger (keypress sim was flaky).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Camera-process resilience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fall back to the debug camera instead of crashing.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all_ips()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show every network address, not just the default route.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LX200 “no position yet”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return None, not a parseable fake coordinate.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Near-pole /api/fake_solve RA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filed as brickbots/PiFinder#645.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Ready-to-file PR text: docs/upstream_pr_templates.md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CONCRETELY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How to help — PiFinder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Pick one from the inventory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each is already triaged.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PR text is written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in docs/upstream_pr_templates.md, in dependency order.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Mind the caveats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debug_solve needs an upstream regression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09900" y="12094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21634" y="57901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88292" y="1779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87288" y="5666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08501" y="51993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018073" y="48931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05289" y="63557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14362" y="2634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95058" y="35772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6483" y="337403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96994" y="5534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00106" y="137437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51807" y="28792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8390" y="20910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20433" y="62054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47510" y="49010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68732" y="603825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58383" y="26271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72792" y="8811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559" y="106545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22892" y="42815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92" y="6381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59817" y="38087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47555" y="606799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34068" y="50719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84351" y="35258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50159" y="51502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6083" y="5560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782357" y="136555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85896" y="22541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804532" y="534350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819267" y="61513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8020" y="584905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646362" y="308198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5628" y="78243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613418" y="541803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82739" y="102015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70274" y="20630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57028" y="52475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751537" y="241895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36703" y="22263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54275" y="51710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589668" y="2472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17922" y="382208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TWO · FOR STELLARMATE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Extending the SMOS app for PFSM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BASIC USAGE IN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a thin integration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Start / stop the selected INDI profile.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Add / remove just the PiFinder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Pick “the mount” from the loaded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Three Coupling presets, in PiFinder’s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The coupling logic is already framework-agnostic Python — a thin adapter ports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CC feature → app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Status badges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212080" y="2340864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22860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a read-only status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Coupling presets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12080" y="3392424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3375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a segmented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Quick Actions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12080" y="4443983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38912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buttons on that 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APIs already exist: /api/mount_bridge_* , or the INDI properties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54992" y="25949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55519" y="45919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9002" y="605126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17849" y="630202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4530" y="26325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13564" y="64000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0060" y="17041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15325" y="587632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1858" y="46696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11017" y="61872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72283" y="49149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38571" y="52235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62910" y="23865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14476" y="597293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0105" y="26311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95377" y="16957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39195" y="8748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3335" y="51694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06827" y="14739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3122" y="10139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05421" y="39094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12184" y="29030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27256" y="51730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6855" y="127320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13323" y="408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2026" y="41293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17389" y="498855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030274" y="9359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32325" y="61029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20195" y="42046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5276" y="35742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68656" y="708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47665" y="59420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15471" y="27849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023938" y="26320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54546" y="29916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79312" y="191236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797623" y="20127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481559" y="3043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761034" y="3411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06292" y="38636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02128" y="1657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13558" y="643011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38961" y="45318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Roadmap &amp; where to jump 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20574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4EA8DE"/>
                </a:solidFill>
                <a:latin typeface="Calibri"/>
              </a:rPr>
              <a:t>v2.x — consolidate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2697480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Harden &amp; test what exists.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Send selected patches upstream.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guiding watcher.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936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20840" y="20574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B703"/>
                </a:solidFill>
                <a:latin typeface="Calibri"/>
              </a:rPr>
              <a:t>v3.x — integrate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269748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Deeper SMOS integration (#35, #36).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PFSM actions in the PiFinder app (#43).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“real” GSC-solving simulator (#344).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  <a:r>
              <a:rPr sz="1400" b="0" i="0">
                <a:solidFill>
                  <a:srgbClr val="9AA6C2"/>
                </a:solidFill>
                <a:latin typeface="Calibri"/>
              </a:rPr>
              <a:t>   ·   GitHub Project #15   ·   CHANGELOG.md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